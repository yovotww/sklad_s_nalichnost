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FA59-BE3B-472F-A2FE-8E83325317E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E4D3-14A5-4095-B4DE-74879A7A1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50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FA59-BE3B-472F-A2FE-8E83325317E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E4D3-14A5-4095-B4DE-74879A7A1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143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FA59-BE3B-472F-A2FE-8E83325317E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E4D3-14A5-4095-B4DE-74879A7A1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15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FA59-BE3B-472F-A2FE-8E83325317E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E4D3-14A5-4095-B4DE-74879A7A1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036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FA59-BE3B-472F-A2FE-8E83325317E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E4D3-14A5-4095-B4DE-74879A7A1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99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FA59-BE3B-472F-A2FE-8E83325317E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E4D3-14A5-4095-B4DE-74879A7A1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93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FA59-BE3B-472F-A2FE-8E83325317E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E4D3-14A5-4095-B4DE-74879A7A1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57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FA59-BE3B-472F-A2FE-8E83325317E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E4D3-14A5-4095-B4DE-74879A7A1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689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FA59-BE3B-472F-A2FE-8E83325317E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E4D3-14A5-4095-B4DE-74879A7A1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0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FA59-BE3B-472F-A2FE-8E83325317E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E4D3-14A5-4095-B4DE-74879A7A1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65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FA59-BE3B-472F-A2FE-8E83325317E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E4D3-14A5-4095-B4DE-74879A7A1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955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BFA59-BE3B-472F-A2FE-8E83325317E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BE4D3-14A5-4095-B4DE-74879A7A1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0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1120" y="665018"/>
            <a:ext cx="9144000" cy="891454"/>
          </a:xfrm>
        </p:spPr>
        <p:txBody>
          <a:bodyPr>
            <a:normAutofit fontScale="90000"/>
          </a:bodyPr>
          <a:lstStyle/>
          <a:p>
            <a:r>
              <a:rPr lang="bg-BG" smtClean="0"/>
              <a:t>Склад с наличност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1120" y="1648545"/>
            <a:ext cx="9144000" cy="3962545"/>
          </a:xfrm>
        </p:spPr>
        <p:txBody>
          <a:bodyPr>
            <a:normAutofit/>
          </a:bodyPr>
          <a:lstStyle/>
          <a:p>
            <a:r>
              <a:rPr lang="bg-BG" sz="4000" smtClean="0"/>
              <a:t>Проект по ООП за</a:t>
            </a:r>
          </a:p>
          <a:p>
            <a:r>
              <a:rPr lang="bg-BG" sz="4000" smtClean="0"/>
              <a:t>СИТ 3ти курс</a:t>
            </a:r>
          </a:p>
          <a:p>
            <a:r>
              <a:rPr lang="bg-BG" sz="4000" smtClean="0"/>
              <a:t>Изготвили:</a:t>
            </a:r>
          </a:p>
          <a:p>
            <a:r>
              <a:rPr lang="bg-BG" sz="4000" smtClean="0"/>
              <a:t>Теодор Ангелов ФН 23621687</a:t>
            </a:r>
          </a:p>
          <a:p>
            <a:r>
              <a:rPr lang="bg-BG" sz="4000" smtClean="0"/>
              <a:t>Йово Неделчев ФН 23621691</a:t>
            </a:r>
          </a:p>
        </p:txBody>
      </p:sp>
    </p:spTree>
    <p:extLst>
      <p:ext uri="{BB962C8B-B14F-4D97-AF65-F5344CB8AC3E}">
        <p14:creationId xmlns:p14="http://schemas.microsoft.com/office/powerpoint/2010/main" val="339937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Изисквания и условие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5382" y="1825625"/>
            <a:ext cx="655874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822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Избрани технологии</a:t>
            </a:r>
            <a:endParaRPr lang="en-US"/>
          </a:p>
        </p:txBody>
      </p:sp>
      <p:pic>
        <p:nvPicPr>
          <p:cNvPr id="1032" name="Picture 8" descr="Java (programming language) - Wikipedia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972" y="1288096"/>
            <a:ext cx="1853392" cy="339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ile:IntelliJ IDEA Icon.svg - Wikimedia Comm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8528" y="1690688"/>
            <a:ext cx="2284698" cy="1759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JavaFX - Wikipedi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22" y="3761500"/>
            <a:ext cx="5967478" cy="231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Download Oracle Database (Oracle RDBMS) Logo in SVG Vector ...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055" y="1288096"/>
            <a:ext cx="6149869" cy="2784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2515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18600" cy="1325563"/>
          </a:xfrm>
        </p:spPr>
        <p:txBody>
          <a:bodyPr/>
          <a:lstStyle/>
          <a:p>
            <a:r>
              <a:rPr lang="bg-BG" smtClean="0"/>
              <a:t>Структура на съдържание на файлове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118600" cy="4351338"/>
          </a:xfrm>
        </p:spPr>
        <p:txBody>
          <a:bodyPr/>
          <a:lstStyle/>
          <a:p>
            <a:pPr marL="0" indent="0">
              <a:buNone/>
            </a:pPr>
            <a:r>
              <a:rPr lang="bg-BG"/>
              <a:t> </a:t>
            </a:r>
            <a:r>
              <a:rPr lang="bg-BG" smtClean="0"/>
              <a:t>- В папка </a:t>
            </a:r>
            <a:r>
              <a:rPr lang="en-US" smtClean="0"/>
              <a:t>models </a:t>
            </a:r>
            <a:r>
              <a:rPr lang="bg-BG" smtClean="0"/>
              <a:t>се съдържат класовете модели , които представляват базовите класове , които се използват за създаването на обекти в приложението . </a:t>
            </a:r>
            <a:r>
              <a:rPr lang="en-US" smtClean="0"/>
              <a:t>Paydesk </a:t>
            </a:r>
            <a:r>
              <a:rPr lang="bg-BG" smtClean="0"/>
              <a:t>и </a:t>
            </a:r>
            <a:r>
              <a:rPr lang="en-US" smtClean="0"/>
              <a:t>Storage </a:t>
            </a:r>
            <a:r>
              <a:rPr lang="bg-BG" smtClean="0"/>
              <a:t>използват </a:t>
            </a:r>
            <a:r>
              <a:rPr lang="en-US" smtClean="0"/>
              <a:t>Singleton pattern . </a:t>
            </a:r>
            <a:endParaRPr lang="bg-BG" smtClean="0"/>
          </a:p>
          <a:p>
            <a:pPr marL="0" indent="0">
              <a:buNone/>
            </a:pPr>
            <a:r>
              <a:rPr lang="bg-BG" smtClean="0"/>
              <a:t>- В папка </a:t>
            </a:r>
            <a:r>
              <a:rPr lang="en-US" smtClean="0"/>
              <a:t>controllers </a:t>
            </a:r>
            <a:r>
              <a:rPr lang="bg-BG" smtClean="0"/>
              <a:t>се съдържат контролерите , чрез които , с </a:t>
            </a:r>
            <a:r>
              <a:rPr lang="bg-BG" smtClean="0"/>
              <a:t>методите , които се съдържат в тях, </a:t>
            </a:r>
            <a:r>
              <a:rPr lang="bg-BG" smtClean="0"/>
              <a:t>може да се осъществява връзка м/у обектите на класовете модели и „страниците“ </a:t>
            </a:r>
            <a:r>
              <a:rPr lang="en-US" smtClean="0"/>
              <a:t>.fxml view-</a:t>
            </a:r>
            <a:r>
              <a:rPr lang="bg-BG" smtClean="0"/>
              <a:t>та , които се съдържат в папката </a:t>
            </a:r>
            <a:r>
              <a:rPr lang="en-US" smtClean="0"/>
              <a:t>resources . View-</a:t>
            </a:r>
            <a:r>
              <a:rPr lang="bg-BG" smtClean="0"/>
              <a:t>тата представляват </a:t>
            </a:r>
            <a:r>
              <a:rPr lang="en-US" smtClean="0"/>
              <a:t>UI</a:t>
            </a:r>
            <a:r>
              <a:rPr lang="bg-BG" smtClean="0"/>
              <a:t> </a:t>
            </a:r>
            <a:r>
              <a:rPr lang="en-US" smtClean="0"/>
              <a:t>Layout-</a:t>
            </a:r>
            <a:r>
              <a:rPr lang="bg-BG" smtClean="0"/>
              <a:t>а на приложението , като всчко </a:t>
            </a:r>
            <a:r>
              <a:rPr lang="en-US" smtClean="0"/>
              <a:t>view e </a:t>
            </a:r>
            <a:r>
              <a:rPr lang="bg-BG" smtClean="0"/>
              <a:t>отделна страница.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0" y="-3307"/>
            <a:ext cx="2095500" cy="686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38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258300" cy="1325563"/>
          </a:xfrm>
        </p:spPr>
        <p:txBody>
          <a:bodyPr/>
          <a:lstStyle/>
          <a:p>
            <a:r>
              <a:rPr lang="bg-BG" smtClean="0"/>
              <a:t>Структура на съдържание на файлове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258300" cy="4587876"/>
          </a:xfrm>
        </p:spPr>
        <p:txBody>
          <a:bodyPr/>
          <a:lstStyle/>
          <a:p>
            <a:pPr>
              <a:buFontTx/>
              <a:buChar char="-"/>
            </a:pPr>
            <a:r>
              <a:rPr lang="bg-BG" smtClean="0"/>
              <a:t>В папката </a:t>
            </a:r>
            <a:r>
              <a:rPr lang="en-US" smtClean="0"/>
              <a:t>repositories , </a:t>
            </a:r>
            <a:r>
              <a:rPr lang="bg-BG" smtClean="0"/>
              <a:t>се съхраняват </a:t>
            </a:r>
            <a:r>
              <a:rPr lang="en-US" smtClean="0"/>
              <a:t>repository-</a:t>
            </a:r>
            <a:r>
              <a:rPr lang="bg-BG" smtClean="0"/>
              <a:t>та , които</a:t>
            </a:r>
          </a:p>
          <a:p>
            <a:pPr marL="0" indent="0">
              <a:buNone/>
            </a:pPr>
            <a:r>
              <a:rPr lang="bg-BG" smtClean="0"/>
              <a:t>Съхраняват логиката , чрез която се правят справки към </a:t>
            </a:r>
            <a:r>
              <a:rPr lang="en-US" smtClean="0"/>
              <a:t>Orcale </a:t>
            </a:r>
            <a:r>
              <a:rPr lang="bg-BG" smtClean="0"/>
              <a:t>базата данни . </a:t>
            </a:r>
          </a:p>
          <a:p>
            <a:pPr marL="0" indent="0">
              <a:buNone/>
            </a:pPr>
            <a:r>
              <a:rPr lang="bg-BG" smtClean="0"/>
              <a:t>-</a:t>
            </a:r>
            <a:r>
              <a:rPr lang="en-US" smtClean="0"/>
              <a:t>Database </a:t>
            </a:r>
            <a:r>
              <a:rPr lang="bg-BG" smtClean="0"/>
              <a:t>класът прави възможна връзката към </a:t>
            </a:r>
            <a:r>
              <a:rPr lang="en-US" smtClean="0"/>
              <a:t>Orcale </a:t>
            </a:r>
            <a:r>
              <a:rPr lang="bg-BG" smtClean="0"/>
              <a:t>базата данни , а </a:t>
            </a:r>
            <a:r>
              <a:rPr lang="en-US" smtClean="0"/>
              <a:t>DataList </a:t>
            </a:r>
            <a:r>
              <a:rPr lang="bg-BG" smtClean="0"/>
              <a:t>класът съхранява данни в статични листове , с цел по-лесно дебъгване на кода.</a:t>
            </a:r>
          </a:p>
          <a:p>
            <a:pPr>
              <a:buFontTx/>
              <a:buChar char="-"/>
            </a:pPr>
            <a:r>
              <a:rPr lang="en-US" smtClean="0"/>
              <a:t>MainApplication </a:t>
            </a:r>
            <a:r>
              <a:rPr lang="bg-BG" smtClean="0"/>
              <a:t>класът е главният клас , който зарежда </a:t>
            </a:r>
            <a:r>
              <a:rPr lang="en-US" smtClean="0"/>
              <a:t>FXML </a:t>
            </a:r>
            <a:r>
              <a:rPr lang="bg-BG" smtClean="0"/>
              <a:t>сцената</a:t>
            </a:r>
          </a:p>
          <a:p>
            <a:pPr marL="0" indent="0">
              <a:buNone/>
            </a:pPr>
            <a:r>
              <a:rPr lang="bg-BG" smtClean="0"/>
              <a:t>- </a:t>
            </a:r>
            <a:r>
              <a:rPr lang="en-US" smtClean="0"/>
              <a:t>module-info.java </a:t>
            </a:r>
            <a:r>
              <a:rPr lang="bg-BG" smtClean="0"/>
              <a:t>и </a:t>
            </a:r>
            <a:r>
              <a:rPr lang="en-US" smtClean="0"/>
              <a:t>pom.xml </a:t>
            </a:r>
            <a:r>
              <a:rPr lang="bg-BG" smtClean="0"/>
              <a:t>съдържат добавките , които са нужни за работата на приложението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0" y="-3307"/>
            <a:ext cx="2095500" cy="686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634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1120" y="665018"/>
            <a:ext cx="9144000" cy="891454"/>
          </a:xfrm>
        </p:spPr>
        <p:txBody>
          <a:bodyPr>
            <a:normAutofit fontScale="90000"/>
          </a:bodyPr>
          <a:lstStyle/>
          <a:p>
            <a:r>
              <a:rPr lang="bg-BG" smtClean="0"/>
              <a:t>Склад с наличност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1120" y="1648545"/>
            <a:ext cx="9144000" cy="3962545"/>
          </a:xfrm>
        </p:spPr>
        <p:txBody>
          <a:bodyPr>
            <a:normAutofit/>
          </a:bodyPr>
          <a:lstStyle/>
          <a:p>
            <a:r>
              <a:rPr lang="bg-BG" sz="4000" smtClean="0"/>
              <a:t>Проект по ООП за</a:t>
            </a:r>
          </a:p>
          <a:p>
            <a:r>
              <a:rPr lang="bg-BG" sz="4000" smtClean="0"/>
              <a:t>СИТ 3ти курс</a:t>
            </a:r>
          </a:p>
          <a:p>
            <a:r>
              <a:rPr lang="bg-BG" sz="4000" smtClean="0"/>
              <a:t>Изготвили:</a:t>
            </a:r>
          </a:p>
          <a:p>
            <a:r>
              <a:rPr lang="bg-BG" sz="4000" smtClean="0"/>
              <a:t>Теодор Ангелов ФН 23621687</a:t>
            </a:r>
          </a:p>
          <a:p>
            <a:r>
              <a:rPr lang="bg-BG" sz="4000" smtClean="0"/>
              <a:t>Йово Неделчев ФН 23621691</a:t>
            </a:r>
          </a:p>
        </p:txBody>
      </p:sp>
    </p:spTree>
    <p:extLst>
      <p:ext uri="{BB962C8B-B14F-4D97-AF65-F5344CB8AC3E}">
        <p14:creationId xmlns:p14="http://schemas.microsoft.com/office/powerpoint/2010/main" val="351220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223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Склад с наличност</vt:lpstr>
      <vt:lpstr>Изисквания и условие</vt:lpstr>
      <vt:lpstr>Избрани технологии</vt:lpstr>
      <vt:lpstr>Структура на съдържание на файлове</vt:lpstr>
      <vt:lpstr>Структура на съдържание на файлове</vt:lpstr>
      <vt:lpstr>Склад с наличност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Склад с наличност</dc:title>
  <dc:creator>User</dc:creator>
  <cp:lastModifiedBy>User</cp:lastModifiedBy>
  <cp:revision>6</cp:revision>
  <dcterms:created xsi:type="dcterms:W3CDTF">2026-02-01T22:46:36Z</dcterms:created>
  <dcterms:modified xsi:type="dcterms:W3CDTF">2026-02-01T23:21:03Z</dcterms:modified>
</cp:coreProperties>
</file>